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Agrifeed Trazabilidad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C8E6C9"/>
                </a:solidFill>
              </a:rPr>
              <a:t>Sistema Integral de Gestión Operativa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¿Qué es Agrifeed Trazabilidad?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Plataforma integral para AGRIFEED S.A.S.</a:t>
            </a:r>
          </a:p>
          <a:p>
            <a:pPr>
              <a:spcAft>
                <a:spcPts val="1400"/>
              </a:spcAft>
              <a:defRPr sz="1800"/>
            </a:pPr>
            <a:r>
              <a:t>• Elimina procesos manuales en Excel.</a:t>
            </a:r>
          </a:p>
          <a:p>
            <a:pPr>
              <a:spcAft>
                <a:spcPts val="1400"/>
              </a:spcAft>
              <a:defRPr sz="1800"/>
            </a:pPr>
            <a:r>
              <a:t>• Garantiza trazabilidad desde Programación hasta Facturación.</a:t>
            </a:r>
          </a:p>
          <a:p>
            <a:pPr>
              <a:spcAft>
                <a:spcPts val="1400"/>
              </a:spcAft>
              <a:defRPr sz="1800"/>
            </a:pPr>
            <a:r>
              <a:t>• Control de acceso basado en roles (11 roles).</a:t>
            </a:r>
          </a:p>
          <a:p>
            <a:pPr>
              <a:spcAft>
                <a:spcPts val="1400"/>
              </a:spcAft>
              <a:defRPr sz="1800"/>
            </a:pPr>
            <a:r>
              <a:t>• Tecnología moderna: React, Tauri, Supabase.</a:t>
            </a:r>
          </a:p>
        </p:txBody>
      </p:sp>
      <p:pic>
        <p:nvPicPr>
          <p:cNvPr id="4" name="Picture 3" descr="dashboard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Dashboard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Visualización de KPIs en tiempo real.</a:t>
            </a:r>
          </a:p>
          <a:p>
            <a:pPr>
              <a:spcAft>
                <a:spcPts val="1400"/>
              </a:spcAft>
              <a:defRPr sz="1800"/>
            </a:pPr>
            <a:r>
              <a:t>• Análisis de embudo: Programado vs Producido vs Despachado vs Facturado.</a:t>
            </a:r>
          </a:p>
          <a:p>
            <a:pPr>
              <a:spcAft>
                <a:spcPts val="1400"/>
              </a:spcAft>
              <a:defRPr sz="1800"/>
            </a:pPr>
            <a:r>
              <a:t>• Medición de cumplimiento de supervisores y dosificadores.</a:t>
            </a:r>
          </a:p>
          <a:p>
            <a:pPr>
              <a:spcAft>
                <a:spcPts val="1400"/>
              </a:spcAft>
              <a:defRPr sz="1800"/>
            </a:pPr>
            <a:r>
              <a:t>• Top clientes y distribución por alimento.</a:t>
            </a:r>
          </a:p>
        </p:txBody>
      </p:sp>
      <p:pic>
        <p:nvPicPr>
          <p:cNvPr id="4" name="Picture 3" descr="dashboard_char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Maestro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Base centralizada de catálogos.</a:t>
            </a:r>
          </a:p>
          <a:p>
            <a:pPr>
              <a:spcAft>
                <a:spcPts val="1400"/>
              </a:spcAft>
              <a:defRPr sz="1800"/>
            </a:pPr>
            <a:r>
              <a:t>• Gestión de Alimentos, Clientes, Vehículos y Granjas.</a:t>
            </a:r>
          </a:p>
          <a:p>
            <a:pPr>
              <a:spcAft>
                <a:spcPts val="1400"/>
              </a:spcAft>
              <a:defRPr sz="1800"/>
            </a:pPr>
            <a:r>
              <a:t>• Exportación a Excel.</a:t>
            </a:r>
          </a:p>
          <a:p>
            <a:pPr>
              <a:spcAft>
                <a:spcPts val="1400"/>
              </a:spcAft>
              <a:defRPr sz="1800"/>
            </a:pPr>
            <a:r>
              <a:t>• Búsqueda global y filtros avanzados.</a:t>
            </a:r>
          </a:p>
        </p:txBody>
      </p:sp>
      <p:pic>
        <p:nvPicPr>
          <p:cNvPr id="4" name="Picture 3" descr="maestro_al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Planificación de Ventas &amp; MRP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Programación semanal de cargues por cliente.</a:t>
            </a:r>
          </a:p>
          <a:p>
            <a:pPr>
              <a:spcAft>
                <a:spcPts val="1400"/>
              </a:spcAft>
              <a:defRPr sz="1800"/>
            </a:pPr>
            <a:r>
              <a:t>• Motor MRP (Material Requirements Planning).</a:t>
            </a:r>
          </a:p>
          <a:p>
            <a:pPr>
              <a:spcAft>
                <a:spcPts val="1400"/>
              </a:spcAft>
              <a:defRPr sz="1800"/>
            </a:pPr>
            <a:r>
              <a:t>• Cálculo de suficiencia de inventario vs demanda.</a:t>
            </a:r>
          </a:p>
          <a:p>
            <a:pPr>
              <a:spcAft>
                <a:spcPts val="1400"/>
              </a:spcAft>
              <a:defRPr sz="1800"/>
            </a:pPr>
            <a:r>
              <a:t>• Generación automática de propuestas de producción.</a:t>
            </a:r>
          </a:p>
        </p:txBody>
      </p:sp>
      <p:pic>
        <p:nvPicPr>
          <p:cNvPr id="4" name="Picture 3" descr="ventas_m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Programación de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Gestión de Órdenes de Producción (OPs).</a:t>
            </a:r>
          </a:p>
          <a:p>
            <a:pPr>
              <a:spcAft>
                <a:spcPts val="1400"/>
              </a:spcAft>
              <a:defRPr sz="1800"/>
            </a:pPr>
            <a:r>
              <a:t>• Importación masiva desde Excel.</a:t>
            </a:r>
          </a:p>
          <a:p>
            <a:pPr>
              <a:spcAft>
                <a:spcPts val="1400"/>
              </a:spcAft>
              <a:defRPr sz="1800"/>
            </a:pPr>
            <a:r>
              <a:t>• Asignación de fórmulas por lote.</a:t>
            </a:r>
          </a:p>
          <a:p>
            <a:pPr>
              <a:spcAft>
                <a:spcPts val="1400"/>
              </a:spcAft>
              <a:defRPr sz="1800"/>
            </a:pPr>
            <a:r>
              <a:t>• Explosión de materias primas para traslado.</a:t>
            </a:r>
          </a:p>
        </p:txBody>
      </p:sp>
      <p:pic>
        <p:nvPicPr>
          <p:cNvPr id="4" name="Picture 3" descr="programacion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Control de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Registro de entregas (baches y bultos).</a:t>
            </a:r>
          </a:p>
          <a:p>
            <a:pPr>
              <a:spcAft>
                <a:spcPts val="1400"/>
              </a:spcAft>
              <a:defRPr sz="1800"/>
            </a:pPr>
            <a:r>
              <a:t>• Validación contra programación original.</a:t>
            </a:r>
          </a:p>
          <a:p>
            <a:pPr>
              <a:spcAft>
                <a:spcPts val="1400"/>
              </a:spcAft>
              <a:defRPr sz="1800"/>
            </a:pPr>
            <a:r>
              <a:t>• Generación de reportes de turno (PDF).</a:t>
            </a:r>
          </a:p>
          <a:p>
            <a:pPr>
              <a:spcAft>
                <a:spcPts val="1400"/>
              </a:spcAft>
              <a:defRPr sz="1800"/>
            </a:pPr>
            <a:r>
              <a:t>• Monitoreo visual del avance de OPs.</a:t>
            </a:r>
          </a:p>
        </p:txBody>
      </p:sp>
      <p:pic>
        <p:nvPicPr>
          <p:cNvPr id="4" name="Picture 3" descr="produccion_estado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Despachos y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Creación de remisiones maestro-detalle.</a:t>
            </a:r>
          </a:p>
          <a:p>
            <a:pPr>
              <a:spcAft>
                <a:spcPts val="1400"/>
              </a:spcAft>
              <a:defRPr sz="1800"/>
            </a:pPr>
            <a:r>
              <a:t>• Generación de Remisión PDF corporativa.</a:t>
            </a:r>
          </a:p>
          <a:p>
            <a:pPr>
              <a:spcAft>
                <a:spcPts val="1400"/>
              </a:spcAft>
              <a:defRPr sz="1800"/>
            </a:pPr>
            <a:r>
              <a:t>• Control de inventario de Materias Primas.</a:t>
            </a:r>
          </a:p>
          <a:p>
            <a:pPr>
              <a:spcAft>
                <a:spcPts val="1400"/>
              </a:spcAft>
              <a:defRPr sz="1800"/>
            </a:pPr>
            <a:r>
              <a:t>• Alertas de stock (Crítico, Advertencia, OK).</a:t>
            </a:r>
          </a:p>
        </p:txBody>
      </p:sp>
      <p:pic>
        <p:nvPicPr>
          <p:cNvPr id="4" name="Picture 3" descr="despachos_formulario_nue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Facturación y Cartera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Flujo de aprobación: Pedido -&gt; Cartera -&gt; Factura.</a:t>
            </a:r>
          </a:p>
          <a:p>
            <a:pPr>
              <a:spcAft>
                <a:spcPts val="1400"/>
              </a:spcAft>
              <a:defRPr sz="1800"/>
            </a:pPr>
            <a:r>
              <a:t>• Revisión de límites de crédito para liberación.</a:t>
            </a:r>
          </a:p>
          <a:p>
            <a:pPr>
              <a:spcAft>
                <a:spcPts val="1400"/>
              </a:spcAft>
              <a:defRPr sz="1800"/>
            </a:pPr>
            <a:r>
              <a:t>• Asignación de número SAP y PV.</a:t>
            </a:r>
          </a:p>
          <a:p>
            <a:pPr>
              <a:spcAft>
                <a:spcPts val="1400"/>
              </a:spcAft>
              <a:defRPr sz="1800"/>
            </a:pPr>
            <a:r>
              <a:t>• Dashboard especializado de Cartera.</a:t>
            </a:r>
          </a:p>
        </p:txBody>
      </p:sp>
      <p:pic>
        <p:nvPicPr>
          <p:cNvPr id="4" name="Picture 3" descr="facturacion_cart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Trazabilidad 360°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Visión completa del ciclo de vida de la OP.</a:t>
            </a:r>
          </a:p>
          <a:p>
            <a:pPr>
              <a:spcAft>
                <a:spcPts val="1400"/>
              </a:spcAft>
              <a:defRPr sz="1800"/>
            </a:pPr>
            <a:r>
              <a:t>• Seguimiento visual por etapa: Producción, Logística, Comercial.</a:t>
            </a:r>
          </a:p>
          <a:p>
            <a:pPr>
              <a:spcAft>
                <a:spcPts val="1400"/>
              </a:spcAft>
              <a:defRPr sz="1800"/>
            </a:pPr>
            <a:r>
              <a:t>• Identificación inmediata de cuellos de botella.</a:t>
            </a:r>
          </a:p>
          <a:p>
            <a:pPr>
              <a:spcAft>
                <a:spcPts val="1400"/>
              </a:spcAft>
              <a:defRPr sz="1800"/>
            </a:pPr>
            <a:r>
              <a:t>• Exportación completa de estados.</a:t>
            </a:r>
          </a:p>
        </p:txBody>
      </p:sp>
      <p:pic>
        <p:nvPicPr>
          <p:cNvPr id="4" name="Picture 3" descr="trazabilidad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E7D32"/>
                </a:solidFill>
              </a:rPr>
              <a:t>Seguridad y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• 11 Roles definidos con permisos granulares.</a:t>
            </a:r>
          </a:p>
          <a:p>
            <a:pPr>
              <a:spcAft>
                <a:spcPts val="1400"/>
              </a:spcAft>
              <a:defRPr sz="1800"/>
            </a:pPr>
            <a:r>
              <a:t>• Log de auditoría automático (Quién, Cuándo, Qué).</a:t>
            </a:r>
          </a:p>
          <a:p>
            <a:pPr>
              <a:spcAft>
                <a:spcPts val="1400"/>
              </a:spcAft>
              <a:defRPr sz="1800"/>
            </a:pPr>
            <a:r>
              <a:t>• Trazabilidad de cada cambio, creación o borrado.</a:t>
            </a:r>
          </a:p>
          <a:p>
            <a:pPr>
              <a:spcAft>
                <a:spcPts val="1400"/>
              </a:spcAft>
              <a:defRPr sz="1800"/>
            </a:pPr>
            <a:r>
              <a:t>• Reset de credenciales por el Administrador.</a:t>
            </a:r>
          </a:p>
        </p:txBody>
      </p:sp>
      <p:pic>
        <p:nvPicPr>
          <p:cNvPr id="4" name="Picture 3" descr="admin_audi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8360229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